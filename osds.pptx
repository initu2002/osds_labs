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d3d2ca1e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d3d2ca1e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d3d2ca1e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d3d2ca1e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d3d2ca1e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d3d2ca1e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d3d2ca1e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d3d2ca1e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d3d2ca1e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d3d2ca1e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d3d2ca1e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d3d2ca1e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d3d2ca1e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d3d2ca1e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d3d2ca1e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d3d2ca1e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d3d2ca1e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d3d2ca1e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d8994f6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d8994f6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d8994f66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2d8994f66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d8994f66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2d8994f66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d8994f66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d8994f66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d8994f662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d8994f662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d8994f662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2d8994f662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db68d21f0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db68d21f0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d8994f662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d8994f662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d8994f66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d8994f66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d8994f6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2d8994f6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db68d21f0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db68d21f0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2d8994f662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2d8994f66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d8994f662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2d8994f662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07525" y="1822825"/>
            <a:ext cx="69849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CVE-2019-</a:t>
            </a:r>
            <a:r>
              <a:rPr lang="ro"/>
              <a:t>18634</a:t>
            </a:r>
            <a:br>
              <a:rPr lang="ro"/>
            </a:br>
            <a:r>
              <a:rPr lang="ro"/>
              <a:t>Gaining root privileges through sudo vulnerability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Brănaci Șerban-Mihai, Butum Andrei, Nițu Iulia-Elena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674500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244625"/>
            <a:ext cx="7505700" cy="32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CVE-2019-18634 is a vulnerability in sudo program</a:t>
            </a:r>
            <a:endParaRPr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The issue occurs when </a:t>
            </a:r>
            <a:r>
              <a:rPr b="1" lang="ro" sz="1900"/>
              <a:t>pwfeedback </a:t>
            </a:r>
            <a:r>
              <a:rPr lang="ro" sz="1900"/>
              <a:t>is enabled in /etc/sudoers</a:t>
            </a:r>
            <a:endParaRPr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ro" sz="1900"/>
              <a:t>Out-Of-Bounds Write</a:t>
            </a:r>
            <a:r>
              <a:rPr lang="ro" sz="1900"/>
              <a:t> vulnerability leads to </a:t>
            </a:r>
            <a:r>
              <a:rPr b="1" lang="ro" sz="1900"/>
              <a:t>Buffer Overflow</a:t>
            </a:r>
            <a:r>
              <a:rPr lang="ro" sz="1900"/>
              <a:t> attack</a:t>
            </a:r>
            <a:endParaRPr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It happens in the </a:t>
            </a:r>
            <a:r>
              <a:rPr b="1" lang="ro" sz="1900"/>
              <a:t>BSS segment</a:t>
            </a:r>
            <a:endParaRPr b="1"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The scope is to gain privileged access</a:t>
            </a:r>
            <a:endParaRPr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static code review + dynamic testing</a:t>
            </a:r>
            <a:endParaRPr sz="1900"/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ro" sz="1900"/>
              <a:t>fix </a:t>
            </a:r>
            <a:r>
              <a:rPr lang="ro" sz="1900"/>
              <a:t>- in sudo version </a:t>
            </a:r>
            <a:r>
              <a:rPr b="1" lang="ro" sz="1900"/>
              <a:t>1.8.31</a:t>
            </a:r>
            <a:r>
              <a:rPr lang="ro" sz="1900"/>
              <a:t> by resetting a critical pointer value and disabling pwfeedback option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Theoretical aspects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426500"/>
            <a:ext cx="7505700" cy="29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sudo - allows users to run commands as superuser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pwfeedback - displays password as asterisks (“*”)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Buffer Overflow - occurs when a program writes more data to a fixed-size buffer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Privilege Escalation (MITRE Technique) - gaining higher-level permissions on a system</a:t>
            </a:r>
            <a:endParaRPr sz="1900"/>
          </a:p>
          <a:p>
            <a:pPr indent="-3492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pseudo terminal (pty) - software interface that emulates a physical terminal (virtual terminal)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724800" y="543000"/>
            <a:ext cx="3752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2900"/>
              <a:t>F</a:t>
            </a:r>
            <a:r>
              <a:rPr lang="ro" sz="2900"/>
              <a:t>low to vulnerability</a:t>
            </a:r>
            <a:endParaRPr sz="2900"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630300" y="1116500"/>
            <a:ext cx="3847200" cy="35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845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●"/>
            </a:pPr>
            <a:r>
              <a:rPr lang="ro" sz="1572"/>
              <a:t>The analysis mainly focus on </a:t>
            </a:r>
            <a:r>
              <a:rPr b="1" lang="ro" sz="1572"/>
              <a:t>tgetpass.c</a:t>
            </a:r>
            <a:r>
              <a:rPr lang="ro" sz="1572"/>
              <a:t> source and </a:t>
            </a:r>
            <a:r>
              <a:rPr b="1" lang="ro" sz="1572"/>
              <a:t>getln()</a:t>
            </a:r>
            <a:r>
              <a:rPr lang="ro" sz="1572"/>
              <a:t> - the function that contains the vulnerable buffer</a:t>
            </a:r>
            <a:endParaRPr sz="1572"/>
          </a:p>
          <a:p>
            <a:pPr indent="-32845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●"/>
            </a:pPr>
            <a:r>
              <a:rPr lang="ro" sz="1572"/>
              <a:t>To get to the possible breach, the attacker has to explore 2 sources: </a:t>
            </a:r>
            <a:r>
              <a:rPr b="1" lang="ro" sz="1572"/>
              <a:t>conversation.c</a:t>
            </a:r>
            <a:r>
              <a:rPr lang="ro" sz="1572"/>
              <a:t> and </a:t>
            </a:r>
            <a:r>
              <a:rPr b="1" lang="ro" sz="1572"/>
              <a:t>tgetpass.c</a:t>
            </a:r>
            <a:endParaRPr b="1" sz="1572"/>
          </a:p>
          <a:p>
            <a:pPr indent="-32845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●"/>
            </a:pPr>
            <a:r>
              <a:rPr lang="ro" sz="1572"/>
              <a:t>Function trace: 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main()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policy_check()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sudoers_policy_main()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check_users_interactive()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auth_get_path() #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sudo_conversation()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tgetpass()</a:t>
            </a:r>
            <a:endParaRPr sz="1572"/>
          </a:p>
          <a:p>
            <a:pPr indent="-328453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3"/>
              <a:buChar char="○"/>
            </a:pPr>
            <a:r>
              <a:rPr lang="ro" sz="1572"/>
              <a:t>getln()</a:t>
            </a:r>
            <a:endParaRPr sz="1572"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00" y="543000"/>
            <a:ext cx="3539500" cy="40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5487825" y="4142600"/>
            <a:ext cx="2694900" cy="128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739300" y="543000"/>
            <a:ext cx="866100" cy="128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359100"/>
            <a:ext cx="4176900" cy="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The vulnerable function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777"/>
              <a:t>(sudo v1.8.25)</a:t>
            </a:r>
            <a:endParaRPr sz="1777"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590400" y="1107000"/>
            <a:ext cx="4486800" cy="3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35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●"/>
            </a:pPr>
            <a:r>
              <a:rPr lang="ro" sz="1445"/>
              <a:t>V</a:t>
            </a:r>
            <a:r>
              <a:rPr lang="ro" sz="1445"/>
              <a:t>ariables: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char* buf</a:t>
            </a:r>
            <a:r>
              <a:rPr lang="ro" sz="1445"/>
              <a:t> - buffer which holds the password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size_t left</a:t>
            </a:r>
            <a:r>
              <a:rPr lang="ro" sz="1445"/>
              <a:t> - number of available characters in the buffer (256 initially)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char* cp</a:t>
            </a:r>
            <a:r>
              <a:rPr lang="ro" sz="1445"/>
              <a:t> - buf iterator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int feedback</a:t>
            </a:r>
            <a:r>
              <a:rPr lang="ro" sz="1445"/>
              <a:t> - used to determine if pwfeedback is enabled/disabled</a:t>
            </a:r>
            <a:endParaRPr sz="1445"/>
          </a:p>
          <a:p>
            <a:pPr indent="-32035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●"/>
            </a:pPr>
            <a:r>
              <a:rPr lang="ro" sz="1445"/>
              <a:t>Special characters: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sudo_term_kill</a:t>
            </a:r>
            <a:r>
              <a:rPr lang="ro" sz="1445"/>
              <a:t> - NAK (Negative Acknowledge) - "delete all characters”</a:t>
            </a:r>
            <a:endParaRPr sz="1445"/>
          </a:p>
          <a:p>
            <a:pPr indent="-32035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5"/>
              <a:buChar char="○"/>
            </a:pPr>
            <a:r>
              <a:rPr b="1" lang="ro" sz="1445"/>
              <a:t>sudo_term_erase</a:t>
            </a:r>
            <a:r>
              <a:rPr lang="ro" sz="1445"/>
              <a:t> - DEL (Delete) - "delete one character”</a:t>
            </a:r>
            <a:endParaRPr sz="1305"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0" y="209175"/>
            <a:ext cx="3423150" cy="47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690825" y="684725"/>
            <a:ext cx="38559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Vulnerability explained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535725" y="1409475"/>
            <a:ext cx="4166100" cy="26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input </a:t>
            </a:r>
            <a:r>
              <a:rPr b="1" lang="ro" sz="1800"/>
              <a:t>NAK </a:t>
            </a:r>
            <a:r>
              <a:rPr lang="ro" sz="1800"/>
              <a:t>to clear the password</a:t>
            </a:r>
            <a:endParaRPr sz="1800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try to delete all the characters in buf</a:t>
            </a:r>
            <a:endParaRPr sz="1800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while loop may stop when trying to write in a </a:t>
            </a:r>
            <a:r>
              <a:rPr b="1" lang="ro" sz="1800"/>
              <a:t>read-only location</a:t>
            </a:r>
            <a:endParaRPr sz="1800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reset password length (left = bufsiz)</a:t>
            </a:r>
            <a:endParaRPr sz="1800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cp is left pointing inside buf</a:t>
            </a:r>
            <a:endParaRPr sz="1800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/>
              <a:t>loop resets - write another 256 characters</a:t>
            </a:r>
            <a:endParaRPr sz="1800"/>
          </a:p>
        </p:txBody>
      </p:sp>
      <p:grpSp>
        <p:nvGrpSpPr>
          <p:cNvPr id="164" name="Google Shape;164;p18"/>
          <p:cNvGrpSpPr/>
          <p:nvPr/>
        </p:nvGrpSpPr>
        <p:grpSpPr>
          <a:xfrm>
            <a:off x="4836770" y="369176"/>
            <a:ext cx="4105151" cy="4349032"/>
            <a:chOff x="5296300" y="510650"/>
            <a:chExt cx="3706683" cy="3927600"/>
          </a:xfrm>
        </p:grpSpPr>
        <p:pic>
          <p:nvPicPr>
            <p:cNvPr id="165" name="Google Shape;165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6300" y="510650"/>
              <a:ext cx="3403425" cy="392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>
              <a:off x="6154525" y="2051500"/>
              <a:ext cx="1977600" cy="2655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5854025" y="3600325"/>
              <a:ext cx="727500" cy="1485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 rot="-7817">
              <a:off x="7054572" y="2627672"/>
              <a:ext cx="527701" cy="1077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7704175" y="2243375"/>
              <a:ext cx="1298808" cy="959310"/>
            </a:xfrm>
            <a:prstGeom prst="irregularSeal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7881316" y="2475229"/>
              <a:ext cx="10038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ro" sz="11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left reset, but cp not</a:t>
              </a:r>
              <a:endParaRPr b="1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 flipH="1" rot="10800000">
              <a:off x="5902225" y="1776550"/>
              <a:ext cx="97200" cy="840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39916" name="adj4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 flipH="1" rot="10800000">
              <a:off x="6024225" y="1919600"/>
              <a:ext cx="97200" cy="840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39916" name="adj4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726250" y="449725"/>
            <a:ext cx="47304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2600"/>
              <a:t>Checking for Buffer Overflow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1600"/>
              <a:t>(</a:t>
            </a:r>
            <a:r>
              <a:rPr lang="ro" sz="1600"/>
              <a:t>up to sudo v1.8.25)</a:t>
            </a:r>
            <a:endParaRPr sz="1600"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819150" y="1326700"/>
            <a:ext cx="7505700" cy="15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o" sz="1800"/>
              <a:t>For the exploit to be successful, it needs to meet 3 conditions:</a:t>
            </a:r>
            <a:endParaRPr sz="1800"/>
          </a:p>
          <a:p>
            <a:pPr indent="-3328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2"/>
              <a:buChar char="●"/>
            </a:pPr>
            <a:r>
              <a:rPr lang="ro" sz="1641"/>
              <a:t>enabled pwfeedback</a:t>
            </a:r>
            <a:endParaRPr sz="1641"/>
          </a:p>
          <a:p>
            <a:pPr indent="-3328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2"/>
              <a:buChar char="●"/>
            </a:pPr>
            <a:r>
              <a:rPr lang="ro" sz="1641"/>
              <a:t>sudo_term_kill character included </a:t>
            </a:r>
            <a:r>
              <a:rPr lang="ro" sz="1641"/>
              <a:t>when using </a:t>
            </a:r>
            <a:r>
              <a:rPr b="1" lang="ro" sz="1641"/>
              <a:t>/dev/tty</a:t>
            </a:r>
            <a:r>
              <a:rPr lang="ro" sz="1641"/>
              <a:t>, its value = </a:t>
            </a:r>
            <a:r>
              <a:rPr b="1" lang="ro" sz="1641"/>
              <a:t>0x0</a:t>
            </a:r>
            <a:endParaRPr b="1" sz="1641"/>
          </a:p>
          <a:p>
            <a:pPr indent="-3328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2"/>
              <a:buChar char="●"/>
            </a:pPr>
            <a:r>
              <a:rPr lang="ro" sz="1641"/>
              <a:t>payload sent using -S option (writes the prompt to stderr, reads from stdin)</a:t>
            </a:r>
            <a:endParaRPr sz="780"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838" y="3511950"/>
            <a:ext cx="64103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680900" y="1245475"/>
            <a:ext cx="4263600" cy="3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change in sudo 1.8.26: the introduction of </a:t>
            </a:r>
            <a:r>
              <a:rPr b="1" lang="ro" sz="1700"/>
              <a:t>sudo_term_eof</a:t>
            </a:r>
            <a:endParaRPr b="1"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it stops processing the input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when the input is from /dev/tty: sudo_term_eof is </a:t>
            </a:r>
            <a:r>
              <a:rPr b="1" lang="ro" sz="1700"/>
              <a:t>0x0</a:t>
            </a:r>
            <a:endParaRPr b="1"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sudo_term_eof breaks the loop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the sudo_term_kill path is no longer reached</a:t>
            </a:r>
            <a:endParaRPr sz="1700"/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" sz="1700"/>
              <a:t>what value should c have in order to enter the “else if” branch???</a:t>
            </a:r>
            <a:endParaRPr sz="1700"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5864" t="0"/>
          <a:stretch/>
        </p:blipFill>
        <p:spPr>
          <a:xfrm>
            <a:off x="4996050" y="924150"/>
            <a:ext cx="3729900" cy="364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5861200" y="2286000"/>
            <a:ext cx="775200" cy="21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>
            <p:ph type="title"/>
          </p:nvPr>
        </p:nvSpPr>
        <p:spPr>
          <a:xfrm>
            <a:off x="724250" y="370175"/>
            <a:ext cx="4176900" cy="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The vulnerable function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777"/>
              <a:t>(sudo v1.8.26 up to sudo v1.8.30)</a:t>
            </a:r>
            <a:endParaRPr sz="1777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819150" y="1284625"/>
            <a:ext cx="7505700" cy="18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700"/>
              <a:t>when reading from </a:t>
            </a:r>
            <a:r>
              <a:rPr b="1" lang="ro" sz="1700"/>
              <a:t>/dev/</a:t>
            </a:r>
            <a:r>
              <a:rPr b="1" lang="ro" sz="1700"/>
              <a:t>tty</a:t>
            </a:r>
            <a:r>
              <a:rPr lang="ro" sz="1700"/>
              <a:t>, </a:t>
            </a:r>
            <a:r>
              <a:rPr lang="ro" sz="1700"/>
              <a:t>sudo_term_eof (= 0x0) interferes now with the value for sudo_term_kill (= 0x0)</a:t>
            </a:r>
            <a:endParaRPr sz="17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700"/>
              <a:t>using a pseudo-terminal (pty), the value for sudo_term_kill is 0x15 and for sudo_term_eof is 0x04 (NAK AND EOT in ASCII)</a:t>
            </a:r>
            <a:endParaRPr sz="17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 sz="1700"/>
              <a:t>using </a:t>
            </a:r>
            <a:r>
              <a:rPr b="1" lang="ro" sz="1700"/>
              <a:t>socat</a:t>
            </a:r>
            <a:r>
              <a:rPr lang="ro" sz="1700"/>
              <a:t>, in order to create a pty, the same vulnerability can be recreated</a:t>
            </a:r>
            <a:endParaRPr sz="1700"/>
          </a:p>
        </p:txBody>
      </p:sp>
      <p:sp>
        <p:nvSpPr>
          <p:cNvPr id="193" name="Google Shape;193;p21"/>
          <p:cNvSpPr txBox="1"/>
          <p:nvPr>
            <p:ph type="title"/>
          </p:nvPr>
        </p:nvSpPr>
        <p:spPr>
          <a:xfrm>
            <a:off x="726250" y="449725"/>
            <a:ext cx="47304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2600"/>
              <a:t>Checking for Buffer Overflow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1600"/>
              <a:t>(sudo v1.8.25 up to sudo v1.8.30)</a:t>
            </a:r>
            <a:endParaRPr sz="1600"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3598925"/>
            <a:ext cx="7981950" cy="602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745150" y="610350"/>
            <a:ext cx="7505700" cy="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2800"/>
              <a:t>Patch added in sudo v1.8.31</a:t>
            </a:r>
            <a:endParaRPr sz="2800"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745150" y="1197188"/>
            <a:ext cx="39735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/>
              <a:t>The important fix here refers to:</a:t>
            </a:r>
            <a:endParaRPr sz="1700"/>
          </a:p>
          <a:p>
            <a:pPr indent="45720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700"/>
              <a:t>cp = buf;</a:t>
            </a:r>
            <a:endParaRPr b="1"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700"/>
              <a:t>Using this line, even though the loop is closed when using the </a:t>
            </a:r>
            <a:r>
              <a:rPr b="1" lang="ro" sz="1700"/>
              <a:t>fd as stdin </a:t>
            </a:r>
            <a:r>
              <a:rPr lang="ro" sz="1700"/>
              <a:t>(conflict with write), the current pointer is </a:t>
            </a:r>
            <a:r>
              <a:rPr b="1" lang="ro" sz="1700" u="sng"/>
              <a:t>reset</a:t>
            </a:r>
            <a:r>
              <a:rPr b="1" lang="ro" sz="1700"/>
              <a:t> </a:t>
            </a:r>
            <a:r>
              <a:rPr lang="ro" sz="1700"/>
              <a:t>to the start of the buffer.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700"/>
              <a:t>The new password starts properly from the start of buf now =&gt; </a:t>
            </a:r>
            <a:r>
              <a:rPr b="1" lang="ro" sz="1700"/>
              <a:t>no </a:t>
            </a:r>
            <a:r>
              <a:rPr lang="ro" sz="1700"/>
              <a:t>cause for BOF</a:t>
            </a:r>
            <a:endParaRPr sz="1700"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350" y="1197250"/>
            <a:ext cx="3273456" cy="32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19150" y="456050"/>
            <a:ext cx="7505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Additional changes added in sudo v1.9.0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819150" y="1035613"/>
            <a:ext cx="45858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ro" sz="1550"/>
              <a:t>the program tried to </a:t>
            </a:r>
            <a:r>
              <a:rPr b="1" lang="ro" sz="1550"/>
              <a:t>read the password input</a:t>
            </a:r>
            <a:r>
              <a:rPr lang="ro" sz="1550"/>
              <a:t> and </a:t>
            </a:r>
            <a:r>
              <a:rPr b="1" lang="ro" sz="1550"/>
              <a:t>display “*”</a:t>
            </a:r>
            <a:r>
              <a:rPr lang="ro" sz="1550"/>
              <a:t> from the same data stream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ro" sz="1550"/>
              <a:t>no terminal available (ttyfd = -1)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ro" sz="1550"/>
              <a:t>getln() attempted to write to stdin =&gt; error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ro" sz="1550"/>
              <a:t>solution: flip the pwfeedback flags when the input comes from a source different than tty</a:t>
            </a:r>
            <a:endParaRPr sz="1550"/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2386" l="0" r="0" t="11784"/>
          <a:stretch/>
        </p:blipFill>
        <p:spPr>
          <a:xfrm>
            <a:off x="1961950" y="3198900"/>
            <a:ext cx="4585800" cy="1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976" y="1364923"/>
            <a:ext cx="3315648" cy="1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9518"/>
          <a:stretch/>
        </p:blipFill>
        <p:spPr>
          <a:xfrm>
            <a:off x="1961950" y="2759376"/>
            <a:ext cx="4585800" cy="4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type="title"/>
          </p:nvPr>
        </p:nvSpPr>
        <p:spPr>
          <a:xfrm>
            <a:off x="819150" y="1813025"/>
            <a:ext cx="75057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444"/>
              <a:t>Crafting the exploit:</a:t>
            </a:r>
            <a:endParaRPr sz="34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Getting root privileges</a:t>
            </a:r>
            <a:endParaRPr/>
          </a:p>
        </p:txBody>
      </p:sp>
      <p:sp>
        <p:nvSpPr>
          <p:cNvPr id="216" name="Google Shape;216;p24"/>
          <p:cNvSpPr txBox="1"/>
          <p:nvPr>
            <p:ph idx="1" type="body"/>
          </p:nvPr>
        </p:nvSpPr>
        <p:spPr>
          <a:xfrm>
            <a:off x="1254500" y="4316350"/>
            <a:ext cx="819000" cy="2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What we need (recap)</a:t>
            </a:r>
            <a:endParaRPr/>
          </a:p>
        </p:txBody>
      </p:sp>
      <p:sp>
        <p:nvSpPr>
          <p:cNvPr id="222" name="Google Shape;222;p25"/>
          <p:cNvSpPr txBox="1"/>
          <p:nvPr>
            <p:ph idx="1" type="body"/>
          </p:nvPr>
        </p:nvSpPr>
        <p:spPr>
          <a:xfrm>
            <a:off x="819150" y="1990725"/>
            <a:ext cx="3229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b="1" lang="ro" sz="1450"/>
              <a:t>pwfeedback </a:t>
            </a:r>
            <a:r>
              <a:rPr lang="ro" sz="1450"/>
              <a:t>option in /etc/sudoers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b="1" lang="ro" sz="1450"/>
              <a:t>sudo_term_kill</a:t>
            </a:r>
            <a:r>
              <a:rPr lang="ro" sz="1450"/>
              <a:t> character in payload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ro" sz="1450"/>
              <a:t>breaking the write() function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ro" sz="1450"/>
              <a:t>tgetpass_flags and user_details are after buf in bss</a:t>
            </a:r>
            <a:endParaRPr sz="1450"/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622" y="2163000"/>
            <a:ext cx="410685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498075" y="824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sudo “-A” option</a:t>
            </a:r>
            <a:endParaRPr/>
          </a:p>
        </p:txBody>
      </p:sp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416925" y="1680350"/>
            <a:ext cx="3444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" sz="1400"/>
              <a:t>normally sudo reads the password from the user’s terminal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" sz="1400"/>
              <a:t>the helper program (which will be executed) is </a:t>
            </a:r>
            <a:r>
              <a:rPr b="1" lang="ro" sz="1400"/>
              <a:t>user-controlled</a:t>
            </a:r>
            <a:r>
              <a:rPr lang="ro" sz="1400"/>
              <a:t>. It is given to sudo via the </a:t>
            </a:r>
            <a:r>
              <a:rPr b="1" lang="ro" sz="1400"/>
              <a:t>SUDO_ASKPASS</a:t>
            </a:r>
            <a:r>
              <a:rPr lang="ro" sz="1400"/>
              <a:t> environment variable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" sz="1400"/>
              <a:t>askpass is executed with the </a:t>
            </a:r>
            <a:r>
              <a:rPr b="1" lang="ro" sz="1400"/>
              <a:t>user’s uid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" sz="1400"/>
              <a:t>can we force sudo to execute</a:t>
            </a:r>
            <a:r>
              <a:rPr lang="ro" sz="1400"/>
              <a:t> askpass?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400"/>
          </a:p>
        </p:txBody>
      </p:sp>
      <p:pic>
        <p:nvPicPr>
          <p:cNvPr id="230" name="Google Shape;2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750" y="2098550"/>
            <a:ext cx="464370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type="title"/>
          </p:nvPr>
        </p:nvSpPr>
        <p:spPr>
          <a:xfrm>
            <a:off x="575925" y="561225"/>
            <a:ext cx="7501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tgetpass_flags</a:t>
            </a:r>
            <a:endParaRPr/>
          </a:p>
        </p:txBody>
      </p:sp>
      <p:sp>
        <p:nvSpPr>
          <p:cNvPr id="236" name="Google Shape;236;p27"/>
          <p:cNvSpPr txBox="1"/>
          <p:nvPr>
            <p:ph idx="1" type="body"/>
          </p:nvPr>
        </p:nvSpPr>
        <p:spPr>
          <a:xfrm>
            <a:off x="575925" y="1404100"/>
            <a:ext cx="71703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500"/>
              <a:t>when option -A is used, </a:t>
            </a:r>
            <a:r>
              <a:rPr lang="ro" sz="1500"/>
              <a:t>third bit of tgetpass_flags</a:t>
            </a:r>
            <a:r>
              <a:rPr b="1" lang="ro" sz="1500"/>
              <a:t> (TGP_ASKPASS) </a:t>
            </a:r>
            <a:r>
              <a:rPr lang="ro" sz="1500"/>
              <a:t>is </a:t>
            </a:r>
            <a:r>
              <a:rPr lang="ro" sz="1500"/>
              <a:t>flipped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500"/>
              <a:t>we can overwrite the flags using the buffer overflow and set the </a:t>
            </a:r>
            <a:r>
              <a:rPr b="1" lang="ro" sz="1500"/>
              <a:t>TGP_ASKPASS</a:t>
            </a:r>
            <a:endParaRPr sz="1500"/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300" y="2271125"/>
            <a:ext cx="6409749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819150" y="572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The issue with tgetpass_flags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2858100" y="4186925"/>
            <a:ext cx="35922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b="1" lang="ro" sz="1600"/>
              <a:t>sudo V1.8.25</a:t>
            </a:r>
            <a:endParaRPr b="1" sz="1600"/>
          </a:p>
        </p:txBody>
      </p:sp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4461" l="0" r="0" t="0"/>
          <a:stretch/>
        </p:blipFill>
        <p:spPr>
          <a:xfrm>
            <a:off x="2195400" y="1447175"/>
            <a:ext cx="4917600" cy="23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550" y="1213250"/>
            <a:ext cx="6146899" cy="3103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2775900" y="4360625"/>
            <a:ext cx="3592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b="1" lang="ro" sz="1625"/>
              <a:t>sudo v1.8.27</a:t>
            </a:r>
            <a:endParaRPr b="1" sz="1625"/>
          </a:p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819150" y="572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The issue with tgetpass_flags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user_details</a:t>
            </a:r>
            <a:endParaRPr/>
          </a:p>
        </p:txBody>
      </p:sp>
      <p:sp>
        <p:nvSpPr>
          <p:cNvPr id="257" name="Google Shape;257;p30"/>
          <p:cNvSpPr txBox="1"/>
          <p:nvPr>
            <p:ph idx="1" type="body"/>
          </p:nvPr>
        </p:nvSpPr>
        <p:spPr>
          <a:xfrm>
            <a:off x="819150" y="1990725"/>
            <a:ext cx="2190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/>
              <a:t>why is </a:t>
            </a:r>
            <a:r>
              <a:rPr b="1" lang="ro"/>
              <a:t>user_details</a:t>
            </a:r>
            <a:r>
              <a:rPr lang="ro"/>
              <a:t> relevant to the exploit?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/>
              <a:t>if we change the uid to 0 then </a:t>
            </a:r>
            <a:r>
              <a:rPr b="1" lang="ro"/>
              <a:t>askpass</a:t>
            </a:r>
            <a:r>
              <a:rPr lang="ro"/>
              <a:t> would run as </a:t>
            </a:r>
            <a:r>
              <a:rPr b="1" lang="ro"/>
              <a:t>root</a:t>
            </a:r>
            <a:endParaRPr b="1"/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450" y="1952600"/>
            <a:ext cx="5424100" cy="17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819150" y="1435750"/>
            <a:ext cx="2189400" cy="30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/>
              <a:t>what is overwritten until we reach uid?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o"/>
              <a:t>do we need to keep the other values before uid?</a:t>
            </a:r>
            <a:endParaRPr/>
          </a:p>
        </p:txBody>
      </p:sp>
      <p:pic>
        <p:nvPicPr>
          <p:cNvPr id="264" name="Google Shape;2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800" y="1435750"/>
            <a:ext cx="3398525" cy="309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type="title"/>
          </p:nvPr>
        </p:nvSpPr>
        <p:spPr>
          <a:xfrm>
            <a:off x="778850" y="587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Structure of user_details</a:t>
            </a:r>
            <a:endParaRPr/>
          </a:p>
        </p:txBody>
      </p:sp>
      <p:pic>
        <p:nvPicPr>
          <p:cNvPr id="266" name="Google Shape;2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613" y="1317225"/>
            <a:ext cx="1962975" cy="33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819150" y="474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500"/>
              <a:t>Script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id="272" name="Google Shape;2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78" y="2414588"/>
            <a:ext cx="342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1000225" y="1748225"/>
            <a:ext cx="24927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rs.sh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(script sent via SUDO_ASKPASS)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5467075" y="474300"/>
            <a:ext cx="1752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exploit script</a:t>
            </a:r>
            <a:endParaRPr b="1"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28" y="986000"/>
            <a:ext cx="3915986" cy="34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402900"/>
            <a:ext cx="7505701" cy="331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>
            <p:ph type="title"/>
          </p:nvPr>
        </p:nvSpPr>
        <p:spPr>
          <a:xfrm>
            <a:off x="819163" y="550250"/>
            <a:ext cx="7505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Shell in sudo v1.8.25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819163" y="550250"/>
            <a:ext cx="75057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Shell in sudo v1.8.30</a:t>
            </a:r>
            <a:endParaRPr/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13" y="1355375"/>
            <a:ext cx="7731376" cy="32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819150" y="1917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Thank you</a:t>
            </a:r>
            <a:endParaRPr/>
          </a:p>
        </p:txBody>
      </p:sp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